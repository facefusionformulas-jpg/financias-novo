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B">
              <a:alpha val="65000"/>
            </a:srgbClr>
          </a:solidFill>
          <a:ln w="12700">
            <a:solidFill>
              <a:srgbClr val="0A0A0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64008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Financas &amp; Rotina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pessoal pra sair de dividas e construir liberdade financeira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Daividson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v3.2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20 anos eu tinha: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280160" cy="502920"/>
          </a:xfrm>
          <a:prstGeom prst="rect">
            <a:avLst/>
          </a:prstGeom>
          <a:solidFill>
            <a:srgbClr val="3D1414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103120" y="1371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parcelas ativos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280160" cy="502920"/>
          </a:xfrm>
          <a:prstGeom prst="rect">
            <a:avLst/>
          </a:prstGeom>
          <a:solidFill>
            <a:srgbClr val="3D1414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R$ 3k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3120" y="2011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salario por mes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1280160" cy="502920"/>
          </a:xfrm>
          <a:prstGeom prst="rect">
            <a:avLst/>
          </a:prstGeom>
          <a:solidFill>
            <a:srgbClr val="3D1414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51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R$ 39k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03120" y="2651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dividas ate 2029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1280160" cy="502920"/>
          </a:xfrm>
          <a:prstGeom prst="rect">
            <a:avLst/>
          </a:prstGeom>
          <a:solidFill>
            <a:srgbClr val="3D1414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91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03120" y="32918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de quando isso acaba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069080"/>
            <a:ext cx="45720" cy="5486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0690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precisava VER o caminho pra acreditar que tinha saida.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823460"/>
            <a:ext cx="8229600" cy="45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508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Financas &amp; Rotina  ·  v3.2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8508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 meu proprio app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pilares pra atacar dividas, esquecimento e desorganizacao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228600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560320" cy="3657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 a saida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devo, quanto ja paguei, em que mes fico 100% livre. Calculadora de antecipacao.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228600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554480"/>
            <a:ext cx="25603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esquecer de pagar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com vencimentos, alertas urgentes, notificacao push, agrupamento por urgencia.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560320" cy="228600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554480"/>
            <a:ext cx="25603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5508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-5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disciplina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55080" y="26060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Habitos diarios com streak, score de saude financeira 0-100, conquistas que viram jogo.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160520"/>
            <a:ext cx="4572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60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offline. No celular. Sem servidor, sem login, sem custo.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823460"/>
            <a:ext cx="8229600" cy="45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508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Financas &amp; Rotina  ·  v3.2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508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"Hoje" — dashboard estrategico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importa ao abrir o app no comeco do dia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0" cy="324612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029200" cy="3657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276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PREVISTO DO MES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R$ 1.243,15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4663440" cy="109728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86000"/>
            <a:ext cx="2704795" cy="1097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58% comprometido  ·  R$ 1.756 / R$ 3.000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2240280" cy="1783080"/>
          </a:xfrm>
          <a:prstGeom prst="rect">
            <a:avLst/>
          </a:prstGeom>
          <a:solidFill>
            <a:srgbClr val="0A0A0B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2608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SAUDE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 / 100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724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— continue assim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48840" y="3794760"/>
            <a:ext cx="640080" cy="640080"/>
          </a:xfrm>
          <a:prstGeom prst="ellipse">
            <a:avLst/>
          </a:prstGeom>
          <a:solidFill>
            <a:srgbClr val="0A0A0B"/>
          </a:solidFill>
          <a:ln w="63500">
            <a:solidFill>
              <a:srgbClr val="FACC1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71800" y="2788920"/>
            <a:ext cx="2240280" cy="1783080"/>
          </a:xfrm>
          <a:prstGeom prst="rect">
            <a:avLst/>
          </a:prstGeom>
          <a:solidFill>
            <a:srgbClr val="0A0A0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2788920"/>
            <a:ext cx="45720" cy="1783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292608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ACAO REQUERIDA HOJE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54680" y="3154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contas vencendo em ate 7 dias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54680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  R$ 1.213  em 7d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JOSUE  R$ 584   em 5d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CARLOS R$ 177   em 3d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6072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voce ve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760720" y="2075688"/>
            <a:ext cx="164592" cy="16459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+ barra comprometido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60720" y="2532888"/>
            <a:ext cx="164592" cy="16459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423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saude financeira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60720" y="2990088"/>
            <a:ext cx="164592" cy="164592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Acao requerida (contas ≤ 7d)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60720" y="3447288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de habitos diaria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60720" y="3904488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3794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 marco a quitar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823460"/>
            <a:ext cx="8229600" cy="45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508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Financas &amp; Rotina  ·  v3.2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48508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 financeira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mais importante: voce VE quando termina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256032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82296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 TOTAL PREVISTA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de 2029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meses · 82 parcelas restantes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1783080"/>
            <a:ext cx="1554480" cy="1554480"/>
          </a:xfrm>
          <a:prstGeom prst="ellipse">
            <a:avLst/>
          </a:prstGeom>
          <a:solidFill>
            <a:srgbClr val="0A0A0B"/>
          </a:solidFill>
          <a:ln w="1016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2057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5800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231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QUITEI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36576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R$ 584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76600" y="3383280"/>
            <a:ext cx="231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DEVO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76600" y="36576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R$ 38.816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867400" y="3383280"/>
            <a:ext cx="231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PARCELAS RESTANTES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67400" y="3657600"/>
            <a:ext cx="231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06240"/>
            <a:ext cx="4572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Vejo exatamente quando vou ficar 100% livre.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823460"/>
            <a:ext cx="8229600" cy="45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508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Financas &amp; Rotina  ·  v3.2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508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antecipacao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na hora o impacto de pagar um valor extra por mes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59436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45720" cy="59436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08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Pagando R$ 100 extras por mes, antecipo 14 meses.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651760" cy="182880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31720"/>
            <a:ext cx="2651760" cy="36576"/>
          </a:xfrm>
          <a:prstGeom prst="rect">
            <a:avLst/>
          </a:prstGeom>
          <a:solidFill>
            <a:srgbClr val="A1A1AA"/>
          </a:solidFill>
          <a:ln w="12700">
            <a:solidFill>
              <a:srgbClr val="A1A1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Pagando R$ 1.020/mes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2331720"/>
            <a:ext cx="2651760" cy="182880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331720"/>
            <a:ext cx="265176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514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EXTRA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342900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Pagando R$ 1.120/mes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2331720"/>
            <a:ext cx="2651760" cy="182880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2331720"/>
            <a:ext cx="2651760" cy="3657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514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28346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621792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3886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Voce sai antes da fila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343400"/>
            <a:ext cx="45720" cy="411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43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real extra ENCURTA o caminho. Visualmente.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823460"/>
            <a:ext cx="8229600" cy="45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508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Financas &amp; Rotina  ·  v3.2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8508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saude financeira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numero (0-100) que resume tudo. Vira jogo.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103120" cy="2103120"/>
          </a:xfrm>
          <a:prstGeom prst="ellipse">
            <a:avLst/>
          </a:prstGeom>
          <a:solidFill>
            <a:srgbClr val="0A0A0B"/>
          </a:solidFill>
          <a:ln w="127000">
            <a:solidFill>
              <a:srgbClr val="FACC1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— continue assim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691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pagas em dia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675120" y="16916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30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920240"/>
            <a:ext cx="5303520" cy="7315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920240"/>
            <a:ext cx="4242816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148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positivo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2148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2377440"/>
            <a:ext cx="5303520" cy="7315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2377440"/>
            <a:ext cx="53035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2606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Cartao sob controle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2606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2834640"/>
            <a:ext cx="5303520" cy="7315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2834640"/>
            <a:ext cx="3535680" cy="7315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3063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emergencia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30632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017520" y="3291840"/>
            <a:ext cx="5303520" cy="7315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3291840"/>
            <a:ext cx="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35204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diaria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3520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3749040"/>
            <a:ext cx="5303520" cy="7315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17520" y="3749040"/>
            <a:ext cx="3182112" cy="7315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3977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contas vencidas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39776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17520" y="4206240"/>
            <a:ext cx="5303520" cy="7315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17520" y="4206240"/>
            <a:ext cx="2651760" cy="7315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823460"/>
            <a:ext cx="8229600" cy="45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508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Financas &amp; Rotina  ·  v3.2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48508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quitacao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estrategias. Voce escolhe.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324612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397764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SNOWBALL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Vitorias rapidas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 primeiro a divida com MENOR valor total. Bom pra motivacao psicologica.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3611880" cy="1188720"/>
          </a:xfrm>
          <a:prstGeom prst="rect">
            <a:avLst/>
          </a:prstGeom>
          <a:solidFill>
            <a:srgbClr val="0F4D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971800"/>
            <a:ext cx="45720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063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3063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JOY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3337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R$ 356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parcelas · R$ 178/mes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3886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Pague esta primeiro — sente vitoria rapida.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508760"/>
            <a:ext cx="3977640" cy="324612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508760"/>
            <a:ext cx="3977640" cy="3657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691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96596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Alivio mensal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233172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Quita primeiro a parcela com MAIOR valor mensal. Libera mais caixa rapido.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971800"/>
            <a:ext cx="3611880" cy="1188720"/>
          </a:xfrm>
          <a:prstGeom prst="rect">
            <a:avLst/>
          </a:prstGeom>
          <a:solidFill>
            <a:srgbClr val="3D1414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2971800"/>
            <a:ext cx="45720" cy="1188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0632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3063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3337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R$ 1.213/mes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0" y="36576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parcelas restantes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0" y="3886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R$ 1.213/mes imediatamente.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823460"/>
            <a:ext cx="8229600" cy="45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508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Financas &amp; Rotina  ·  v3.2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8508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Cartao + Vales (CLT-friendly)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Bolsos separados. Voce sabe exatamente o que cada um aguenta.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21280" cy="292608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21280" cy="3657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234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R$ 2.189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 R$ 3.000 (73%)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2346960" cy="109728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337560"/>
            <a:ext cx="1713281" cy="10972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931920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Vence 14/06/2026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98520" y="1554480"/>
            <a:ext cx="2621280" cy="292608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98520" y="1554480"/>
            <a:ext cx="26212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5680" y="1737360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GASOLINA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35680" y="201168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restante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35680" y="242316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R$ 350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535680" y="315468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Recebido:  R$ 500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Gastei:    R$ 150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39840" y="1554480"/>
            <a:ext cx="2621280" cy="292608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9840" y="1554480"/>
            <a:ext cx="26212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7000" y="1737360"/>
            <a:ext cx="234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ALIMENTACAO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77000" y="2011680"/>
            <a:ext cx="234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restante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77000" y="2423160"/>
            <a:ext cx="234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R$ 280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477000" y="315468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Recebido:  R$ 600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Gastei:    R$ 320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23460"/>
            <a:ext cx="8229600" cy="45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508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Financas &amp; Rotina  ·  v3.2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508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Habitos e rotina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diaria = disciplina financeira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08760" y="1554480"/>
            <a:ext cx="914400" cy="914400"/>
          </a:xfrm>
          <a:prstGeom prst="ellipse">
            <a:avLst/>
          </a:prstGeom>
          <a:solidFill>
            <a:srgbClr val="0A0A0B"/>
          </a:solidFill>
          <a:ln w="101600">
            <a:solidFill>
              <a:srgbClr val="1F1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1554480"/>
            <a:ext cx="914400" cy="914400"/>
          </a:xfrm>
          <a:prstGeom prst="ellipse">
            <a:avLst/>
          </a:prstGeom>
          <a:solidFill>
            <a:srgbClr val="0A0A0B">
              <a:alpha val="0"/>
            </a:srgbClr>
          </a:solidFill>
          <a:ln w="10160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8 copos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914400" cy="914400"/>
          </a:xfrm>
          <a:prstGeom prst="ellipse">
            <a:avLst/>
          </a:prstGeom>
          <a:solidFill>
            <a:srgbClr val="0A0A0B"/>
          </a:solidFill>
          <a:ln w="101600">
            <a:solidFill>
              <a:srgbClr val="1F1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554480"/>
            <a:ext cx="914400" cy="914400"/>
          </a:xfrm>
          <a:prstGeom prst="ellipse">
            <a:avLst/>
          </a:prstGeom>
          <a:solidFill>
            <a:srgbClr val="0A0A0B">
              <a:alpha val="0"/>
            </a:srgbClr>
          </a:solidFill>
          <a:ln w="1016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 vez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554480"/>
            <a:ext cx="914400" cy="914400"/>
          </a:xfrm>
          <a:prstGeom prst="ellipse">
            <a:avLst/>
          </a:prstGeom>
          <a:solidFill>
            <a:srgbClr val="0A0A0B"/>
          </a:solidFill>
          <a:ln w="101600">
            <a:solidFill>
              <a:srgbClr val="1F1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83480" y="1554480"/>
            <a:ext cx="914400" cy="914400"/>
          </a:xfrm>
          <a:prstGeom prst="ellipse">
            <a:avLst/>
          </a:prstGeom>
          <a:solidFill>
            <a:srgbClr val="0A0A0B">
              <a:alpha val="0"/>
            </a:srgbClr>
          </a:solidFill>
          <a:ln w="1016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30 min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1554480"/>
            <a:ext cx="914400" cy="914400"/>
          </a:xfrm>
          <a:prstGeom prst="ellipse">
            <a:avLst/>
          </a:prstGeom>
          <a:solidFill>
            <a:srgbClr val="0A0A0B"/>
          </a:solidFill>
          <a:ln w="101600">
            <a:solidFill>
              <a:srgbClr val="1F1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1554480"/>
            <a:ext cx="914400" cy="914400"/>
          </a:xfrm>
          <a:prstGeom prst="ellipse">
            <a:avLst/>
          </a:prstGeom>
          <a:solidFill>
            <a:srgbClr val="0A0A0B">
              <a:alpha val="0"/>
            </a:srgbClr>
          </a:solidFill>
          <a:ln w="1016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2560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8 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4023360" cy="146304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246120"/>
            <a:ext cx="45720" cy="146304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ATIVO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611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dias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64008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 de "Beber agua" — recorde: 23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12080" y="3246120"/>
            <a:ext cx="3474720" cy="146304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0" y="3246120"/>
            <a:ext cx="45720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3383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DO MES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3703320"/>
            <a:ext cx="118872" cy="1188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50408" y="3703320"/>
            <a:ext cx="118872" cy="118872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05856" y="3703320"/>
            <a:ext cx="118872" cy="118872"/>
          </a:xfrm>
          <a:prstGeom prst="rect">
            <a:avLst/>
          </a:prstGeom>
          <a:solidFill>
            <a:srgbClr val="1F6840"/>
          </a:solidFill>
          <a:ln w="12700">
            <a:solidFill>
              <a:srgbClr val="1F68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61304" y="3703320"/>
            <a:ext cx="118872" cy="118872"/>
          </a:xfrm>
          <a:prstGeom prst="rect">
            <a:avLst/>
          </a:prstGeom>
          <a:solidFill>
            <a:srgbClr val="1B9858"/>
          </a:solidFill>
          <a:ln w="12700">
            <a:solidFill>
              <a:srgbClr val="1B98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16752" y="3703320"/>
            <a:ext cx="118872" cy="1188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3703320"/>
            <a:ext cx="118872" cy="1188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7648" y="3703320"/>
            <a:ext cx="118872" cy="118872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94960" y="3858768"/>
            <a:ext cx="118872" cy="118872"/>
          </a:xfrm>
          <a:prstGeom prst="rect">
            <a:avLst/>
          </a:prstGeom>
          <a:solidFill>
            <a:srgbClr val="1F6840"/>
          </a:solidFill>
          <a:ln w="12700">
            <a:solidFill>
              <a:srgbClr val="1F684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50408" y="3858768"/>
            <a:ext cx="118872" cy="118872"/>
          </a:xfrm>
          <a:prstGeom prst="rect">
            <a:avLst/>
          </a:prstGeom>
          <a:solidFill>
            <a:srgbClr val="1B9858"/>
          </a:solidFill>
          <a:ln w="12700">
            <a:solidFill>
              <a:srgbClr val="1B985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05856" y="3858768"/>
            <a:ext cx="118872" cy="1188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61304" y="3858768"/>
            <a:ext cx="118872" cy="1188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16752" y="3858768"/>
            <a:ext cx="118872" cy="118872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3858768"/>
            <a:ext cx="118872" cy="118872"/>
          </a:xfrm>
          <a:prstGeom prst="rect">
            <a:avLst/>
          </a:prstGeom>
          <a:solidFill>
            <a:srgbClr val="1F6840"/>
          </a:solidFill>
          <a:ln w="12700">
            <a:solidFill>
              <a:srgbClr val="1F684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27648" y="3858768"/>
            <a:ext cx="118872" cy="118872"/>
          </a:xfrm>
          <a:prstGeom prst="rect">
            <a:avLst/>
          </a:prstGeom>
          <a:solidFill>
            <a:srgbClr val="1B9858"/>
          </a:solidFill>
          <a:ln w="12700">
            <a:solidFill>
              <a:srgbClr val="1B985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94960" y="4014216"/>
            <a:ext cx="118872" cy="1188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50408" y="4014216"/>
            <a:ext cx="118872" cy="1188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05856" y="4014216"/>
            <a:ext cx="118872" cy="118872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61304" y="4014216"/>
            <a:ext cx="118872" cy="118872"/>
          </a:xfrm>
          <a:prstGeom prst="rect">
            <a:avLst/>
          </a:prstGeom>
          <a:solidFill>
            <a:srgbClr val="1F6840"/>
          </a:solidFill>
          <a:ln w="12700">
            <a:solidFill>
              <a:srgbClr val="1F68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16752" y="4014216"/>
            <a:ext cx="118872" cy="118872"/>
          </a:xfrm>
          <a:prstGeom prst="rect">
            <a:avLst/>
          </a:prstGeom>
          <a:solidFill>
            <a:srgbClr val="1B9858"/>
          </a:solidFill>
          <a:ln w="12700">
            <a:solidFill>
              <a:srgbClr val="1B985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72200" y="4014216"/>
            <a:ext cx="118872" cy="1188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27648" y="4014216"/>
            <a:ext cx="118872" cy="1188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94960" y="4169664"/>
            <a:ext cx="118872" cy="118872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50408" y="4169664"/>
            <a:ext cx="118872" cy="118872"/>
          </a:xfrm>
          <a:prstGeom prst="rect">
            <a:avLst/>
          </a:prstGeom>
          <a:solidFill>
            <a:srgbClr val="1F6840"/>
          </a:solidFill>
          <a:ln w="12700">
            <a:solidFill>
              <a:srgbClr val="1F68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705856" y="4169664"/>
            <a:ext cx="118872" cy="118872"/>
          </a:xfrm>
          <a:prstGeom prst="rect">
            <a:avLst/>
          </a:prstGeom>
          <a:solidFill>
            <a:srgbClr val="1B9858"/>
          </a:solidFill>
          <a:ln w="12700">
            <a:solidFill>
              <a:srgbClr val="1B985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861304" y="4169664"/>
            <a:ext cx="118872" cy="1188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16752" y="4169664"/>
            <a:ext cx="118872" cy="1188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72200" y="4169664"/>
            <a:ext cx="118872" cy="118872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27648" y="4169664"/>
            <a:ext cx="118872" cy="118872"/>
          </a:xfrm>
          <a:prstGeom prst="rect">
            <a:avLst/>
          </a:prstGeom>
          <a:solidFill>
            <a:srgbClr val="1F6840"/>
          </a:solidFill>
          <a:ln w="12700">
            <a:solidFill>
              <a:srgbClr val="1F68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6656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escuro = bateu todas as metas naquele dia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4823460"/>
            <a:ext cx="8229600" cy="45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8508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Financas &amp; Rotina  ·  v3.2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772400" y="48508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+ Graficos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Visualizacao temporal e analitica num so lugar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301752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4114800" cy="3657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— JUNHO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5225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62594" y="2057400"/>
            <a:ext cx="5225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85109" y="2057400"/>
            <a:ext cx="5225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07623" y="2057400"/>
            <a:ext cx="5225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30137" y="2057400"/>
            <a:ext cx="5225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52651" y="2057400"/>
            <a:ext cx="5225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75166" y="2057400"/>
            <a:ext cx="5225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62594" y="2286000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2594" y="2304288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685109" y="2286000"/>
            <a:ext cx="485938" cy="292608"/>
          </a:xfrm>
          <a:prstGeom prst="rect">
            <a:avLst/>
          </a:prstGeom>
          <a:solidFill>
            <a:srgbClr val="0A0A0B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85109" y="2304288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07623" y="2286000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07623" y="2304288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53343" y="2468880"/>
            <a:ext cx="54864" cy="54864"/>
          </a:xfrm>
          <a:prstGeom prst="ellipse">
            <a:avLst/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30137" y="2286000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30137" y="2304288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52651" y="2286000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52651" y="2304288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98371" y="246888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75166" y="2286000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75166" y="2304288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20886" y="2468880"/>
            <a:ext cx="54864" cy="54864"/>
          </a:xfrm>
          <a:prstGeom prst="ellipse">
            <a:avLst/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2615184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633472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5800" y="2798064"/>
            <a:ext cx="54864" cy="54864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62594" y="2615184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62594" y="2633472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685109" y="2615184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85109" y="2633472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730829" y="2798064"/>
            <a:ext cx="54864" cy="54864"/>
          </a:xfrm>
          <a:prstGeom prst="ellipse">
            <a:avLst/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07623" y="2615184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07623" y="2633472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53343" y="2798064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30137" y="2615184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30137" y="2633472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75857" y="2798064"/>
            <a:ext cx="54864" cy="5486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52651" y="2615184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52651" y="2633472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98371" y="2798064"/>
            <a:ext cx="54864" cy="54864"/>
          </a:xfrm>
          <a:prstGeom prst="ellipse">
            <a:avLst/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75166" y="2615184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75166" y="2633472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40080" y="2944368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2962656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85800" y="3127248"/>
            <a:ext cx="54864" cy="54864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62594" y="2944368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62594" y="2962656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208314" y="3127248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81466" y="3127248"/>
            <a:ext cx="54864" cy="54864"/>
          </a:xfrm>
          <a:prstGeom prst="ellipse">
            <a:avLst/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685109" y="2944368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85109" y="2962656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207623" y="2944368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07623" y="2962656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730137" y="2944368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30137" y="2962656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775857" y="3127248"/>
            <a:ext cx="54864" cy="54864"/>
          </a:xfrm>
          <a:prstGeom prst="ellipse">
            <a:avLst/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52651" y="2944368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52651" y="2962656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775166" y="2944368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775166" y="2962656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820886" y="3127248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" y="3273552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3291840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85800" y="3456432"/>
            <a:ext cx="54864" cy="54864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8952" y="3456432"/>
            <a:ext cx="54864" cy="54864"/>
          </a:xfrm>
          <a:prstGeom prst="ellipse">
            <a:avLst/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62594" y="3273552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62594" y="3291840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208314" y="3456432"/>
            <a:ext cx="54864" cy="5486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685109" y="3273552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685109" y="3291840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2207623" y="3273552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207623" y="3291840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253343" y="3456432"/>
            <a:ext cx="54864" cy="54864"/>
          </a:xfrm>
          <a:prstGeom prst="ellipse">
            <a:avLst/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30137" y="3273552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30137" y="3291840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2775857" y="3456432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252651" y="3273552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52651" y="3291840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3775166" y="3273552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775166" y="3291840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3820886" y="3456432"/>
            <a:ext cx="54864" cy="54864"/>
          </a:xfrm>
          <a:prstGeom prst="ellipse">
            <a:avLst/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0080" y="3602736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40080" y="3621024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85800" y="3785616"/>
            <a:ext cx="54864" cy="54864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62594" y="3602736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162594" y="3621024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1685109" y="3602736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685109" y="3621024"/>
            <a:ext cx="485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1730829" y="3785616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803981" y="3785616"/>
            <a:ext cx="54864" cy="54864"/>
          </a:xfrm>
          <a:prstGeom prst="ellipse">
            <a:avLst/>
          </a:prstGeom>
          <a:solidFill>
            <a:srgbClr val="71717A"/>
          </a:solidFill>
          <a:ln w="12700">
            <a:solidFill>
              <a:srgbClr val="71717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207623" y="3602736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30137" y="3602736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252651" y="3602736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775166" y="3602736"/>
            <a:ext cx="485938" cy="292608"/>
          </a:xfrm>
          <a:prstGeom prst="rect">
            <a:avLst/>
          </a:prstGeom>
          <a:solidFill>
            <a:srgbClr val="0A0A0B"/>
          </a:solidFill>
          <a:ln w="6350">
            <a:solidFill>
              <a:srgbClr val="1F1F2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846320" y="1554480"/>
            <a:ext cx="3840480" cy="141732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846320" y="1554480"/>
            <a:ext cx="384048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02920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POR CATEGORIA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5120640" y="2011680"/>
            <a:ext cx="868680" cy="8686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166360" y="2057400"/>
            <a:ext cx="777240" cy="777240"/>
          </a:xfrm>
          <a:prstGeom prst="ellipse">
            <a:avLst/>
          </a:prstGeom>
          <a:solidFill>
            <a:srgbClr val="0A0A0B"/>
          </a:solidFill>
          <a:ln w="12700">
            <a:solidFill>
              <a:srgbClr val="0A0A0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217920" y="2093976"/>
            <a:ext cx="109728" cy="1097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400800" y="20574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7955280" y="20574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48%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6217920" y="2295144"/>
            <a:ext cx="109728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00800" y="225856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>
            <a:off x="7955280" y="22585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22%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6217920" y="2496312"/>
            <a:ext cx="109728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400800" y="24597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7955280" y="24597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6217920" y="2697480"/>
            <a:ext cx="109728" cy="10972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400800" y="266090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7955280" y="266090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4846320" y="3063240"/>
            <a:ext cx="3840480" cy="150876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846320" y="3063240"/>
            <a:ext cx="38404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029200" y="3200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— ULTIMOS 6 MESES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5120640" y="4023360"/>
            <a:ext cx="3474720" cy="0"/>
          </a:xfrm>
          <a:prstGeom prst="line">
            <a:avLst/>
          </a:prstGeom>
          <a:noFill/>
          <a:ln w="12700">
            <a:solidFill>
              <a:srgbClr val="1F1F24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257800" y="4206240"/>
            <a:ext cx="109728" cy="109728"/>
          </a:xfrm>
          <a:prstGeom prst="ellipse">
            <a:avLst/>
          </a:prstGeom>
          <a:solidFill>
            <a:srgbClr val="0A0A0B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806440" y="3840480"/>
            <a:ext cx="109728" cy="109728"/>
          </a:xfrm>
          <a:prstGeom prst="ellipse">
            <a:avLst/>
          </a:prstGeom>
          <a:solidFill>
            <a:srgbClr val="0A0A0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355080" y="3749040"/>
            <a:ext cx="109728" cy="109728"/>
          </a:xfrm>
          <a:prstGeom prst="ellipse">
            <a:avLst/>
          </a:prstGeom>
          <a:solidFill>
            <a:srgbClr val="0A0A0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903720" y="3566160"/>
            <a:ext cx="109728" cy="109728"/>
          </a:xfrm>
          <a:prstGeom prst="ellipse">
            <a:avLst/>
          </a:prstGeom>
          <a:solidFill>
            <a:srgbClr val="0A0A0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7452360" y="3749040"/>
            <a:ext cx="109728" cy="109728"/>
          </a:xfrm>
          <a:prstGeom prst="ellipse">
            <a:avLst/>
          </a:prstGeom>
          <a:solidFill>
            <a:srgbClr val="0A0A0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001000" y="3474720"/>
            <a:ext cx="109728" cy="109728"/>
          </a:xfrm>
          <a:prstGeom prst="ellipse">
            <a:avLst/>
          </a:prstGeom>
          <a:solidFill>
            <a:srgbClr val="0A0A0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312664" y="4261104"/>
            <a:ext cx="548640" cy="-36576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861304" y="3895344"/>
            <a:ext cx="548640" cy="-9144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409944" y="3803904"/>
            <a:ext cx="548640" cy="-18288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958584" y="3621024"/>
            <a:ext cx="548640" cy="18288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507224" y="3803904"/>
            <a:ext cx="548640" cy="-274320"/>
          </a:xfrm>
          <a:prstGeom prst="line">
            <a:avLst/>
          </a:prstGeom>
          <a:noFill/>
          <a:ln w="19050">
            <a:solidFill>
              <a:srgbClr val="22C55E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57200" y="4823460"/>
            <a:ext cx="8229600" cy="45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57200" y="48508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Financas &amp; Rotina  ·  v3.2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7772400" y="48508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tentacao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cadastrar parcela pesada, voce e forcado a pensar.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3154680"/>
          </a:xfrm>
          <a:prstGeom prst="rect">
            <a:avLst/>
          </a:prstGeom>
          <a:solidFill>
            <a:srgbClr val="0A0A0B">
              <a:alpha val="50000"/>
            </a:srgbClr>
          </a:solidFill>
          <a:ln w="12700">
            <a:solidFill>
              <a:srgbClr val="010101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1554480"/>
            <a:ext cx="5852160" cy="292608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1554480"/>
            <a:ext cx="45720" cy="292608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— pense antes de confirmar.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2240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Suas parcelas mensais hoje somam: </a:t>
            </a:r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R$ 3.450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26060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"Geladeira"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R$ 350 por 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por 12 meses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total: R$ 4.200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3611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gasto mensal: </a:t>
            </a:r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R$ 3.800 (127% do salario)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20240" y="3977640"/>
            <a:ext cx="1463040" cy="365760"/>
          </a:xfrm>
          <a:prstGeom prst="rect">
            <a:avLst/>
          </a:prstGeom>
          <a:solidFill>
            <a:srgbClr val="0A0A0B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977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3977640"/>
            <a:ext cx="1554480" cy="3657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3977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Tenho certeza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736592"/>
            <a:ext cx="45720" cy="3200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823460"/>
            <a:ext cx="8229600" cy="45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508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Financas &amp; Rotina  ·  v3.2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48508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gratuito e seu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aberto, dados locais, sem rastreamento, sem custo.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77640" cy="141732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45720" cy="14173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instalavel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no iOS e Android como app nativo. Sem app store, sem custo.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141732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554480"/>
            <a:ext cx="45720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691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691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local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40680" y="21031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ficam no seu aparelho. Nunca saem. Sem servidor, sem login.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3977640" cy="141732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54680"/>
            <a:ext cx="45720" cy="1417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91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offline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88720" y="3703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sem internet apos a primeira visita. Cache automatico.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154680"/>
            <a:ext cx="3977640" cy="141732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154680"/>
            <a:ext cx="45720" cy="141732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291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40680" y="3703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gratis pra sempre. Atualizacoes pelo git push.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823460"/>
            <a:ext cx="8229600" cy="45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508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Financas &amp; Rotina  ·  v3.2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508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— instalacao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passos do zero ao app no seu celular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no celular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facefusionformulas-jpg.github.io/Financias-Novo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11480" cy="4114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a tela inicial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menu ⋮ → "Instalar app" · iPhone: compartilhar → "Adicionar a Tela de Inicio"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11480" cy="4114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5146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nome (senha opcional)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7889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Voce pode pular senha na primeira vez e definir depois nas configs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11480" cy="4114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3063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biometria (opcional)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337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Configuracoes → Conta e seguranca → "Usar biometria/PIN do celular"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611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Pronto, vira icone no celular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8862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offline. Abre como app nativo, sem barra do navegador.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823460"/>
            <a:ext cx="8229600" cy="45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508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Financas &amp; Rotina  ·  v3.2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508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1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— rotina recomendada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momentos. 5 minutos por dia. Consistencia muda tudo.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155448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931920" cy="3657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Hoje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423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o que vence, o saldo, o score. Toma o cafe do dia com clareza.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3931920" cy="155448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554480"/>
            <a:ext cx="393192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PAGAR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8348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como paga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2423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em "Pagar" no item da conta. Vê o score subir e a liberdade % avancar.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3931920" cy="155448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37560"/>
            <a:ext cx="3931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20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794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Liberdade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4206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Domingo: olha % livre, brinca com a calculadora de antecipacao.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3931920" cy="1554480"/>
          </a:xfrm>
          <a:prstGeom prst="rect">
            <a:avLst/>
          </a:prstGeom>
          <a:solidFill>
            <a:srgbClr val="131316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337560"/>
            <a:ext cx="3931920" cy="36576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520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3794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graficos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83480" y="4206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1: ve linha historica e gasto por categoria. Reajusta proximo mes.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823460"/>
            <a:ext cx="8229600" cy="4572"/>
          </a:xfrm>
          <a:prstGeom prst="rect">
            <a:avLst/>
          </a:prstGeom>
          <a:solidFill>
            <a:srgbClr val="1F1F24"/>
          </a:solidFill>
          <a:ln w="12700">
            <a:solidFill>
              <a:srgbClr val="1F1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508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Financas &amp; Rotina  ·  v3.2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508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C55E">
              <a:alpha val="5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B">
              <a:alpha val="60000"/>
            </a:srgbClr>
          </a:solidFill>
          <a:ln w="12700">
            <a:solidFill>
              <a:srgbClr val="0A0A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pronto.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e usar.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34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facefusionformulas-jpg.github.io/Financias-Novo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 aberto. Use, copie, modifique, melhore.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 pra liberdade financeira.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4274820"/>
            <a:ext cx="4114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42748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Financas &amp; Rotina — Apresentacao</dc:title>
  <dc:subject>PptxGenJS Presentation</dc:subject>
  <dc:creator>Daividson</dc:creator>
  <cp:lastModifiedBy>Daividson</cp:lastModifiedBy>
  <cp:revision>1</cp:revision>
  <dcterms:created xsi:type="dcterms:W3CDTF">2026-06-02T18:44:32Z</dcterms:created>
  <dcterms:modified xsi:type="dcterms:W3CDTF">2026-06-02T18:44:32Z</dcterms:modified>
</cp:coreProperties>
</file>